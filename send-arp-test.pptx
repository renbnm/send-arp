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notesMasterIdLst>
    <p:notesMasterId r:id="rId14"/>
  </p:notesMasterIdLst>
  <p:sldIdLst>
    <p:sldId id="256" r:id="rId13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1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BCF55-BA95-4D0B-A2C1-ED46CB32F689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9DEFE-EBFF-496D-A269-2E4946BB4B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35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DEFE-EBFF-496D-A269-2E4946BB4B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98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2924797104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1f:5d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26.150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1f:5d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26.150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4225499658"/>
              </p:ext>
            </p:extLst>
          </p:nvPr>
        </p:nvGraphicFramePr>
        <p:xfrm>
          <a:off x="3429000" y="4147200"/>
          <a:ext cx="6498720" cy="1463040"/>
        </p:xfrm>
        <a:graphic>
          <a:graphicData uri="http://schemas.openxmlformats.org/drawingml/2006/table">
            <a:tbl>
              <a:tblPr/>
              <a:tblGrid>
                <a:gridCol w="1065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3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5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1f:5d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1f:5d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26.150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1f:5d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26:41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1f:5d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26.150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429000" y="3840480"/>
            <a:ext cx="648180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3a:2a:be:cd:f8:5a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192.168.26.41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ad:47:d7:d0:16:94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192.168.26.56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00:c</a:t>
            </a:r>
            <a:r>
              <a:rPr lang="en-US" altLang="ko-KR" dirty="0">
                <a:solidFill>
                  <a:srgbClr val="000000"/>
                </a:solidFill>
                <a:latin typeface="Arial"/>
                <a:ea typeface="DejaVu Sans"/>
              </a:rPr>
              <a:t>0:ca::90:1f:5d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192.168.26.150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1330</TotalTime>
  <Words>98</Words>
  <Application>Microsoft Office PowerPoint</Application>
  <PresentationFormat>사용자 지정</PresentationFormat>
  <Paragraphs>50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7" baseType="lpstr">
      <vt:lpstr>맑은 고딕</vt:lpstr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현승 이</cp:lastModifiedBy>
  <cp:revision>17</cp:revision>
  <dcterms:created xsi:type="dcterms:W3CDTF">2020-04-02T04:51:22Z</dcterms:created>
  <dcterms:modified xsi:type="dcterms:W3CDTF">2026-04-07T13:38:51Z</dcterms:modified>
  <dc:language>en-US</dc:language>
</cp:coreProperties>
</file>